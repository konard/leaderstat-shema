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1. Структура технического департамента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06640" y="228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2. Производственный отдел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103120" y="777240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85039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 технического департамента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конструктор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562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технолог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78308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56232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 комплексных решений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974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06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насосного подразделения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26974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7706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6974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7706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850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 расчетчик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36118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36850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Материаловед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994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 конструктор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4406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13832"/>
            <a:ext cx="169164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 конструкторов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9272" y="1307592"/>
            <a:ext cx="-1828800" cy="4754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19272" y="1307592"/>
            <a:ext cx="274320" cy="4754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19272" y="1307592"/>
            <a:ext cx="2468880" cy="4754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90472" y="22860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593592" y="22860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88152" y="22860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490472" y="3246120"/>
            <a:ext cx="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93592" y="32004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490472" y="41148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490472" y="50292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12480" y="777240"/>
            <a:ext cx="233172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8503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производственного отдела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49640" y="1783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1856232"/>
            <a:ext cx="19659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Производственный отдел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49640" y="26974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2770632"/>
            <a:ext cx="19659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Полевой сервис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49640" y="36118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3685032"/>
            <a:ext cx="19659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СПБ сервисный центр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49640" y="45262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4599432"/>
            <a:ext cx="19659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Мурманский сервисный центр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49640" y="54406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5513832"/>
            <a:ext cx="196596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Сахалинский сервисный центр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78340" y="1307592"/>
            <a:ext cx="0" cy="4754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578340" y="22860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578340" y="32004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578340" y="41148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578340" y="5029200"/>
            <a:ext cx="0" cy="411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leaderstat/shema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технического департамента и производственного отдела</dc:title>
  <dc:subject>Организационные блок-схемы</dc:subject>
  <dc:creator>OpenAI Codex</dc:creator>
  <cp:lastModifiedBy>OpenAI Codex</cp:lastModifiedBy>
  <cp:revision>1</cp:revision>
  <dcterms:created xsi:type="dcterms:W3CDTF">2026-05-05T07:29:08Z</dcterms:created>
  <dcterms:modified xsi:type="dcterms:W3CDTF">2026-05-05T07:29:08Z</dcterms:modified>
</cp:coreProperties>
</file>